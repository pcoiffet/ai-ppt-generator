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7" r:id="rId4"/>
  </p:sldMasterIdLst>
  <p:notesMasterIdLst>
    <p:notesMasterId r:id="rId8"/>
  </p:notesMasterIdLst>
  <p:sldIdLst>
    <p:sldId id="290" r:id="rId5"/>
    <p:sldId id="2147474903" r:id="rId6"/>
    <p:sldId id="2147474904" r:id="rId7"/>
  </p:sldIdLst>
  <p:sldSz cx="12192000" cy="6858000"/>
  <p:notesSz cx="6797675" cy="9926638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596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3C5022-12DC-42C5-A07E-FF660B65674C}" v="26" dt="2025-11-25T16:01:31.58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ul Coiffet" userId="23c2272e-a16a-446a-a886-aa871b56c655" providerId="ADAL" clId="{D57816B5-9CCC-4AE5-A86D-1D42C96294BA}"/>
    <pc:docChg chg="undo custSel addSld delSld modSld modMainMaster">
      <pc:chgData name="Paul Coiffet" userId="23c2272e-a16a-446a-a886-aa871b56c655" providerId="ADAL" clId="{D57816B5-9CCC-4AE5-A86D-1D42C96294BA}" dt="2025-11-25T16:02:41.593" v="157" actId="47"/>
      <pc:docMkLst>
        <pc:docMk/>
      </pc:docMkLst>
      <pc:sldChg chg="addSp delSp modSp mod">
        <pc:chgData name="Paul Coiffet" userId="23c2272e-a16a-446a-a886-aa871b56c655" providerId="ADAL" clId="{D57816B5-9CCC-4AE5-A86D-1D42C96294BA}" dt="2025-11-13T09:58:08.353" v="35" actId="1076"/>
        <pc:sldMkLst>
          <pc:docMk/>
          <pc:sldMk cId="1243204652" sldId="290"/>
        </pc:sldMkLst>
        <pc:spChg chg="add del mod">
          <ac:chgData name="Paul Coiffet" userId="23c2272e-a16a-446a-a886-aa871b56c655" providerId="ADAL" clId="{D57816B5-9CCC-4AE5-A86D-1D42C96294BA}" dt="2025-11-13T09:58:08.353" v="35" actId="1076"/>
          <ac:spMkLst>
            <pc:docMk/>
            <pc:sldMk cId="1243204652" sldId="290"/>
            <ac:spMk id="3" creationId="{A82C9B78-AF69-7149-9D91-51C27FA10B98}"/>
          </ac:spMkLst>
        </pc:spChg>
      </pc:sldChg>
      <pc:sldChg chg="delSp modSp mod">
        <pc:chgData name="Paul Coiffet" userId="23c2272e-a16a-446a-a886-aa871b56c655" providerId="ADAL" clId="{D57816B5-9CCC-4AE5-A86D-1D42C96294BA}" dt="2025-11-13T09:58:11.001" v="40" actId="20577"/>
        <pc:sldMkLst>
          <pc:docMk/>
          <pc:sldMk cId="1553454076" sldId="2147474903"/>
        </pc:sldMkLst>
        <pc:spChg chg="mod">
          <ac:chgData name="Paul Coiffet" userId="23c2272e-a16a-446a-a886-aa871b56c655" providerId="ADAL" clId="{D57816B5-9CCC-4AE5-A86D-1D42C96294BA}" dt="2025-11-13T09:58:11.001" v="40" actId="20577"/>
          <ac:spMkLst>
            <pc:docMk/>
            <pc:sldMk cId="1553454076" sldId="2147474903"/>
            <ac:spMk id="12" creationId="{67882B15-C169-15DA-55C3-3192244D293F}"/>
          </ac:spMkLst>
        </pc:spChg>
      </pc:sldChg>
      <pc:sldChg chg="addSp delSp modSp add mod">
        <pc:chgData name="Paul Coiffet" userId="23c2272e-a16a-446a-a886-aa871b56c655" providerId="ADAL" clId="{D57816B5-9CCC-4AE5-A86D-1D42C96294BA}" dt="2025-11-25T14:19:24.719" v="86" actId="5793"/>
        <pc:sldMkLst>
          <pc:docMk/>
          <pc:sldMk cId="3652898332" sldId="2147474904"/>
        </pc:sldMkLst>
        <pc:spChg chg="add del mod">
          <ac:chgData name="Paul Coiffet" userId="23c2272e-a16a-446a-a886-aa871b56c655" providerId="ADAL" clId="{D57816B5-9CCC-4AE5-A86D-1D42C96294BA}" dt="2025-11-25T14:19:12.582" v="77" actId="478"/>
          <ac:spMkLst>
            <pc:docMk/>
            <pc:sldMk cId="3652898332" sldId="2147474904"/>
            <ac:spMk id="2" creationId="{8AB4AC46-E318-E775-4039-F99B8E490332}"/>
          </ac:spMkLst>
        </pc:spChg>
        <pc:spChg chg="add del mod">
          <ac:chgData name="Paul Coiffet" userId="23c2272e-a16a-446a-a886-aa871b56c655" providerId="ADAL" clId="{D57816B5-9CCC-4AE5-A86D-1D42C96294BA}" dt="2025-11-25T14:19:12.585" v="79"/>
          <ac:spMkLst>
            <pc:docMk/>
            <pc:sldMk cId="3652898332" sldId="2147474904"/>
            <ac:spMk id="5" creationId="{5B363D90-F14B-375A-DE19-CC51C74BDB33}"/>
          </ac:spMkLst>
        </pc:spChg>
        <pc:spChg chg="add mod">
          <ac:chgData name="Paul Coiffet" userId="23c2272e-a16a-446a-a886-aa871b56c655" providerId="ADAL" clId="{D57816B5-9CCC-4AE5-A86D-1D42C96294BA}" dt="2025-11-25T14:19:24.719" v="86" actId="5793"/>
          <ac:spMkLst>
            <pc:docMk/>
            <pc:sldMk cId="3652898332" sldId="2147474904"/>
            <ac:spMk id="6" creationId="{42C15892-B17A-1F64-8257-A19C9929721C}"/>
          </ac:spMkLst>
        </pc:spChg>
        <pc:spChg chg="mod">
          <ac:chgData name="Paul Coiffet" userId="23c2272e-a16a-446a-a886-aa871b56c655" providerId="ADAL" clId="{D57816B5-9CCC-4AE5-A86D-1D42C96294BA}" dt="2025-11-25T13:00:08.398" v="42" actId="1076"/>
          <ac:spMkLst>
            <pc:docMk/>
            <pc:sldMk cId="3652898332" sldId="2147474904"/>
            <ac:spMk id="12" creationId="{75522953-323B-96E2-6516-AB980EC1D7EE}"/>
          </ac:spMkLst>
        </pc:spChg>
        <pc:picChg chg="add mod">
          <ac:chgData name="Paul Coiffet" userId="23c2272e-a16a-446a-a886-aa871b56c655" providerId="ADAL" clId="{D57816B5-9CCC-4AE5-A86D-1D42C96294BA}" dt="2025-11-25T14:18:45.924" v="71" actId="1076"/>
          <ac:picMkLst>
            <pc:docMk/>
            <pc:sldMk cId="3652898332" sldId="2147474904"/>
            <ac:picMk id="4" creationId="{8F82D6C9-2522-61FE-9323-7B2E4D0A69E7}"/>
          </ac:picMkLst>
        </pc:picChg>
      </pc:sldChg>
      <pc:sldChg chg="new del">
        <pc:chgData name="Paul Coiffet" userId="23c2272e-a16a-446a-a886-aa871b56c655" providerId="ADAL" clId="{D57816B5-9CCC-4AE5-A86D-1D42C96294BA}" dt="2025-11-25T16:02:41.593" v="157" actId="47"/>
        <pc:sldMkLst>
          <pc:docMk/>
          <pc:sldMk cId="4247056967" sldId="2147474905"/>
        </pc:sldMkLst>
      </pc:sldChg>
      <pc:sldMasterChg chg="delSldLayout modSldLayout sldLayoutOrd">
        <pc:chgData name="Paul Coiffet" userId="23c2272e-a16a-446a-a886-aa871b56c655" providerId="ADAL" clId="{D57816B5-9CCC-4AE5-A86D-1D42C96294BA}" dt="2025-11-25T16:01:34.602" v="155" actId="1076"/>
        <pc:sldMasterMkLst>
          <pc:docMk/>
          <pc:sldMasterMk cId="692402809" sldId="2147483667"/>
        </pc:sldMasterMkLst>
        <pc:sldLayoutChg chg="modSp mod">
          <pc:chgData name="Paul Coiffet" userId="23c2272e-a16a-446a-a886-aa871b56c655" providerId="ADAL" clId="{D57816B5-9CCC-4AE5-A86D-1D42C96294BA}" dt="2025-11-25T15:47:48.781" v="90" actId="1076"/>
          <pc:sldLayoutMkLst>
            <pc:docMk/>
            <pc:sldMasterMk cId="692402809" sldId="2147483667"/>
            <pc:sldLayoutMk cId="2486960804" sldId="2147483668"/>
          </pc:sldLayoutMkLst>
          <pc:spChg chg="mod">
            <ac:chgData name="Paul Coiffet" userId="23c2272e-a16a-446a-a886-aa871b56c655" providerId="ADAL" clId="{D57816B5-9CCC-4AE5-A86D-1D42C96294BA}" dt="2025-11-25T15:47:48.781" v="90" actId="1076"/>
            <ac:spMkLst>
              <pc:docMk/>
              <pc:sldMasterMk cId="692402809" sldId="2147483667"/>
              <pc:sldLayoutMk cId="2486960804" sldId="2147483668"/>
              <ac:spMk id="16" creationId="{7627279F-5DD1-A94C-CB2E-F8F99E14577C}"/>
            </ac:spMkLst>
          </pc:spChg>
          <pc:picChg chg="mod">
            <ac:chgData name="Paul Coiffet" userId="23c2272e-a16a-446a-a886-aa871b56c655" providerId="ADAL" clId="{D57816B5-9CCC-4AE5-A86D-1D42C96294BA}" dt="2025-11-25T15:47:42.107" v="89" actId="1076"/>
            <ac:picMkLst>
              <pc:docMk/>
              <pc:sldMasterMk cId="692402809" sldId="2147483667"/>
              <pc:sldLayoutMk cId="2486960804" sldId="2147483668"/>
              <ac:picMk id="2" creationId="{36F53A9E-751D-652C-3026-4524AF58F7A6}"/>
            </ac:picMkLst>
          </pc:picChg>
          <pc:picChg chg="mod">
            <ac:chgData name="Paul Coiffet" userId="23c2272e-a16a-446a-a886-aa871b56c655" providerId="ADAL" clId="{D57816B5-9CCC-4AE5-A86D-1D42C96294BA}" dt="2025-11-25T15:47:39.304" v="87" actId="1076"/>
            <ac:picMkLst>
              <pc:docMk/>
              <pc:sldMasterMk cId="692402809" sldId="2147483667"/>
              <pc:sldLayoutMk cId="2486960804" sldId="2147483668"/>
              <ac:picMk id="5" creationId="{01E15860-01BC-E6CD-9AE5-B7414DA00AB7}"/>
            </ac:picMkLst>
          </pc:picChg>
        </pc:sldLayoutChg>
        <pc:sldLayoutChg chg="addSp delSp modSp mod ord">
          <pc:chgData name="Paul Coiffet" userId="23c2272e-a16a-446a-a886-aa871b56c655" providerId="ADAL" clId="{D57816B5-9CCC-4AE5-A86D-1D42C96294BA}" dt="2025-11-25T15:54:26.811" v="130" actId="1076"/>
          <pc:sldLayoutMkLst>
            <pc:docMk/>
            <pc:sldMasterMk cId="692402809" sldId="2147483667"/>
            <pc:sldLayoutMk cId="3351257408" sldId="2147483673"/>
          </pc:sldLayoutMkLst>
          <pc:spChg chg="del">
            <ac:chgData name="Paul Coiffet" userId="23c2272e-a16a-446a-a886-aa871b56c655" providerId="ADAL" clId="{D57816B5-9CCC-4AE5-A86D-1D42C96294BA}" dt="2025-11-25T15:49:28.291" v="93" actId="478"/>
            <ac:spMkLst>
              <pc:docMk/>
              <pc:sldMasterMk cId="692402809" sldId="2147483667"/>
              <pc:sldLayoutMk cId="3351257408" sldId="2147483673"/>
              <ac:spMk id="3" creationId="{26521583-E05E-DF67-7516-4708BEED03E1}"/>
            </ac:spMkLst>
          </pc:spChg>
          <pc:spChg chg="del">
            <ac:chgData name="Paul Coiffet" userId="23c2272e-a16a-446a-a886-aa871b56c655" providerId="ADAL" clId="{D57816B5-9CCC-4AE5-A86D-1D42C96294BA}" dt="2025-11-25T15:49:28.954" v="94" actId="478"/>
            <ac:spMkLst>
              <pc:docMk/>
              <pc:sldMasterMk cId="692402809" sldId="2147483667"/>
              <pc:sldLayoutMk cId="3351257408" sldId="2147483673"/>
              <ac:spMk id="4" creationId="{E485D7C8-ADD8-1212-F86F-B4A8002CD132}"/>
            </ac:spMkLst>
          </pc:spChg>
          <pc:spChg chg="del">
            <ac:chgData name="Paul Coiffet" userId="23c2272e-a16a-446a-a886-aa871b56c655" providerId="ADAL" clId="{D57816B5-9CCC-4AE5-A86D-1D42C96294BA}" dt="2025-11-25T15:49:30.889" v="95" actId="478"/>
            <ac:spMkLst>
              <pc:docMk/>
              <pc:sldMasterMk cId="692402809" sldId="2147483667"/>
              <pc:sldLayoutMk cId="3351257408" sldId="2147483673"/>
              <ac:spMk id="5" creationId="{1B85EB9A-8ED4-4CA2-6CAE-371D47FCD9F6}"/>
            </ac:spMkLst>
          </pc:spChg>
          <pc:spChg chg="add del">
            <ac:chgData name="Paul Coiffet" userId="23c2272e-a16a-446a-a886-aa871b56c655" providerId="ADAL" clId="{D57816B5-9CCC-4AE5-A86D-1D42C96294BA}" dt="2025-11-25T15:53:52.547" v="124" actId="11529"/>
            <ac:spMkLst>
              <pc:docMk/>
              <pc:sldMasterMk cId="692402809" sldId="2147483667"/>
              <pc:sldLayoutMk cId="3351257408" sldId="2147483673"/>
              <ac:spMk id="8" creationId="{DE4A00D9-9DB6-F3C7-1893-A8DDD0E98F9A}"/>
            </ac:spMkLst>
          </pc:spChg>
          <pc:spChg chg="add mod">
            <ac:chgData name="Paul Coiffet" userId="23c2272e-a16a-446a-a886-aa871b56c655" providerId="ADAL" clId="{D57816B5-9CCC-4AE5-A86D-1D42C96294BA}" dt="2025-11-25T15:54:25.818" v="129" actId="1076"/>
            <ac:spMkLst>
              <pc:docMk/>
              <pc:sldMasterMk cId="692402809" sldId="2147483667"/>
              <pc:sldLayoutMk cId="3351257408" sldId="2147483673"/>
              <ac:spMk id="9" creationId="{DEADE68D-1B0C-135A-0867-DDEB76D69C2F}"/>
            </ac:spMkLst>
          </pc:spChg>
          <pc:spChg chg="add del">
            <ac:chgData name="Paul Coiffet" userId="23c2272e-a16a-446a-a886-aa871b56c655" providerId="ADAL" clId="{D57816B5-9CCC-4AE5-A86D-1D42C96294BA}" dt="2025-11-25T15:54:21.204" v="127" actId="11529"/>
            <ac:spMkLst>
              <pc:docMk/>
              <pc:sldMasterMk cId="692402809" sldId="2147483667"/>
              <pc:sldLayoutMk cId="3351257408" sldId="2147483673"/>
              <ac:spMk id="10" creationId="{59299CFD-090F-33E9-5BCD-7D907F1DD799}"/>
            </ac:spMkLst>
          </pc:spChg>
          <pc:spChg chg="add mod">
            <ac:chgData name="Paul Coiffet" userId="23c2272e-a16a-446a-a886-aa871b56c655" providerId="ADAL" clId="{D57816B5-9CCC-4AE5-A86D-1D42C96294BA}" dt="2025-11-25T15:54:26.811" v="130" actId="1076"/>
            <ac:spMkLst>
              <pc:docMk/>
              <pc:sldMasterMk cId="692402809" sldId="2147483667"/>
              <pc:sldLayoutMk cId="3351257408" sldId="2147483673"/>
              <ac:spMk id="11" creationId="{47C9B101-D5BB-0B40-9FD3-8A0B1260A433}"/>
            </ac:spMkLst>
          </pc:spChg>
        </pc:sldLayoutChg>
        <pc:sldLayoutChg chg="ord">
          <pc:chgData name="Paul Coiffet" userId="23c2272e-a16a-446a-a886-aa871b56c655" providerId="ADAL" clId="{D57816B5-9CCC-4AE5-A86D-1D42C96294BA}" dt="2025-11-25T15:48:53.582" v="92" actId="20578"/>
          <pc:sldLayoutMkLst>
            <pc:docMk/>
            <pc:sldMasterMk cId="692402809" sldId="2147483667"/>
            <pc:sldLayoutMk cId="4115649956" sldId="2147483707"/>
          </pc:sldLayoutMkLst>
        </pc:sldLayoutChg>
        <pc:sldLayoutChg chg="addSp delSp modSp mod">
          <pc:chgData name="Paul Coiffet" userId="23c2272e-a16a-446a-a886-aa871b56c655" providerId="ADAL" clId="{D57816B5-9CCC-4AE5-A86D-1D42C96294BA}" dt="2025-11-25T15:56:07.797" v="145" actId="1076"/>
          <pc:sldLayoutMkLst>
            <pc:docMk/>
            <pc:sldMasterMk cId="692402809" sldId="2147483667"/>
            <pc:sldLayoutMk cId="3876501367" sldId="2147483708"/>
          </pc:sldLayoutMkLst>
          <pc:spChg chg="add del mod">
            <ac:chgData name="Paul Coiffet" userId="23c2272e-a16a-446a-a886-aa871b56c655" providerId="ADAL" clId="{D57816B5-9CCC-4AE5-A86D-1D42C96294BA}" dt="2025-11-25T15:50:37.182" v="123" actId="478"/>
            <ac:spMkLst>
              <pc:docMk/>
              <pc:sldMasterMk cId="692402809" sldId="2147483667"/>
              <pc:sldLayoutMk cId="3876501367" sldId="2147483708"/>
              <ac:spMk id="3" creationId="{648BBA0C-BE46-CA63-B364-216E723F2B80}"/>
            </ac:spMkLst>
          </pc:spChg>
          <pc:spChg chg="add del">
            <ac:chgData name="Paul Coiffet" userId="23c2272e-a16a-446a-a886-aa871b56c655" providerId="ADAL" clId="{D57816B5-9CCC-4AE5-A86D-1D42C96294BA}" dt="2025-11-25T15:55:51.932" v="142" actId="11529"/>
            <ac:spMkLst>
              <pc:docMk/>
              <pc:sldMasterMk cId="692402809" sldId="2147483667"/>
              <pc:sldLayoutMk cId="3876501367" sldId="2147483708"/>
              <ac:spMk id="4" creationId="{7A3064C2-01B5-3D4F-EEDE-E1EE02182F08}"/>
            </ac:spMkLst>
          </pc:spChg>
          <pc:spChg chg="add mod">
            <ac:chgData name="Paul Coiffet" userId="23c2272e-a16a-446a-a886-aa871b56c655" providerId="ADAL" clId="{D57816B5-9CCC-4AE5-A86D-1D42C96294BA}" dt="2025-11-25T15:56:05.582" v="144" actId="1076"/>
            <ac:spMkLst>
              <pc:docMk/>
              <pc:sldMasterMk cId="692402809" sldId="2147483667"/>
              <pc:sldLayoutMk cId="3876501367" sldId="2147483708"/>
              <ac:spMk id="5" creationId="{2376881D-A485-3C80-6C06-12F2B45ECC24}"/>
            </ac:spMkLst>
          </pc:spChg>
          <pc:spChg chg="add del">
            <ac:chgData name="Paul Coiffet" userId="23c2272e-a16a-446a-a886-aa871b56c655" providerId="ADAL" clId="{D57816B5-9CCC-4AE5-A86D-1D42C96294BA}" dt="2025-11-25T15:56:03.003" v="143" actId="11529"/>
            <ac:spMkLst>
              <pc:docMk/>
              <pc:sldMasterMk cId="692402809" sldId="2147483667"/>
              <pc:sldLayoutMk cId="3876501367" sldId="2147483708"/>
              <ac:spMk id="8" creationId="{2400B95A-CC64-2016-2C9F-2B8FA1E8B22B}"/>
            </ac:spMkLst>
          </pc:spChg>
          <pc:spChg chg="add mod">
            <ac:chgData name="Paul Coiffet" userId="23c2272e-a16a-446a-a886-aa871b56c655" providerId="ADAL" clId="{D57816B5-9CCC-4AE5-A86D-1D42C96294BA}" dt="2025-11-25T15:56:07.797" v="145" actId="1076"/>
            <ac:spMkLst>
              <pc:docMk/>
              <pc:sldMasterMk cId="692402809" sldId="2147483667"/>
              <pc:sldLayoutMk cId="3876501367" sldId="2147483708"/>
              <ac:spMk id="9" creationId="{1123BDE1-AC75-D7D5-99C4-A5046BC55A1D}"/>
            </ac:spMkLst>
          </pc:spChg>
        </pc:sldLayoutChg>
        <pc:sldLayoutChg chg="addSp delSp modSp mod ord">
          <pc:chgData name="Paul Coiffet" userId="23c2272e-a16a-446a-a886-aa871b56c655" providerId="ADAL" clId="{D57816B5-9CCC-4AE5-A86D-1D42C96294BA}" dt="2025-11-25T15:59:28.065" v="149" actId="20578"/>
          <pc:sldLayoutMkLst>
            <pc:docMk/>
            <pc:sldMasterMk cId="692402809" sldId="2147483667"/>
            <pc:sldLayoutMk cId="391616848" sldId="2147483709"/>
          </pc:sldLayoutMkLst>
          <pc:spChg chg="add del">
            <ac:chgData name="Paul Coiffet" userId="23c2272e-a16a-446a-a886-aa871b56c655" providerId="ADAL" clId="{D57816B5-9CCC-4AE5-A86D-1D42C96294BA}" dt="2025-11-25T15:56:59.015" v="146" actId="11529"/>
            <ac:spMkLst>
              <pc:docMk/>
              <pc:sldMasterMk cId="692402809" sldId="2147483667"/>
              <pc:sldLayoutMk cId="391616848" sldId="2147483709"/>
              <ac:spMk id="3" creationId="{28BD68D2-E9D0-43D7-E844-CCC23475DF4E}"/>
            </ac:spMkLst>
          </pc:spChg>
          <pc:spChg chg="add mod">
            <ac:chgData name="Paul Coiffet" userId="23c2272e-a16a-446a-a886-aa871b56c655" providerId="ADAL" clId="{D57816B5-9CCC-4AE5-A86D-1D42C96294BA}" dt="2025-11-25T15:57:01.698" v="147" actId="1076"/>
            <ac:spMkLst>
              <pc:docMk/>
              <pc:sldMasterMk cId="692402809" sldId="2147483667"/>
              <pc:sldLayoutMk cId="391616848" sldId="2147483709"/>
              <ac:spMk id="4" creationId="{6FA055DB-C438-F8A7-2534-206A50FDDB9C}"/>
            </ac:spMkLst>
          </pc:spChg>
        </pc:sldLayoutChg>
        <pc:sldLayoutChg chg="modSp mod">
          <pc:chgData name="Paul Coiffet" userId="23c2272e-a16a-446a-a886-aa871b56c655" providerId="ADAL" clId="{D57816B5-9CCC-4AE5-A86D-1D42C96294BA}" dt="2025-11-25T15:54:40.570" v="134" actId="1076"/>
          <pc:sldLayoutMkLst>
            <pc:docMk/>
            <pc:sldMasterMk cId="692402809" sldId="2147483667"/>
            <pc:sldLayoutMk cId="1938301755" sldId="2147483710"/>
          </pc:sldLayoutMkLst>
          <pc:spChg chg="mod">
            <ac:chgData name="Paul Coiffet" userId="23c2272e-a16a-446a-a886-aa871b56c655" providerId="ADAL" clId="{D57816B5-9CCC-4AE5-A86D-1D42C96294BA}" dt="2025-11-25T15:54:39.214" v="133" actId="1076"/>
            <ac:spMkLst>
              <pc:docMk/>
              <pc:sldMasterMk cId="692402809" sldId="2147483667"/>
              <pc:sldLayoutMk cId="1938301755" sldId="2147483710"/>
              <ac:spMk id="9" creationId="{DEADE68D-1B0C-135A-0867-DDEB76D69C2F}"/>
            </ac:spMkLst>
          </pc:spChg>
          <pc:spChg chg="mod">
            <ac:chgData name="Paul Coiffet" userId="23c2272e-a16a-446a-a886-aa871b56c655" providerId="ADAL" clId="{D57816B5-9CCC-4AE5-A86D-1D42C96294BA}" dt="2025-11-25T15:54:40.570" v="134" actId="1076"/>
            <ac:spMkLst>
              <pc:docMk/>
              <pc:sldMasterMk cId="692402809" sldId="2147483667"/>
              <pc:sldLayoutMk cId="1938301755" sldId="2147483710"/>
              <ac:spMk id="11" creationId="{47C9B101-D5BB-0B40-9FD3-8A0B1260A433}"/>
            </ac:spMkLst>
          </pc:spChg>
        </pc:sldLayoutChg>
        <pc:sldLayoutChg chg="delSp modSp mod">
          <pc:chgData name="Paul Coiffet" userId="23c2272e-a16a-446a-a886-aa871b56c655" providerId="ADAL" clId="{D57816B5-9CCC-4AE5-A86D-1D42C96294BA}" dt="2025-11-25T15:54:57.378" v="139" actId="1076"/>
          <pc:sldLayoutMkLst>
            <pc:docMk/>
            <pc:sldMasterMk cId="692402809" sldId="2147483667"/>
            <pc:sldLayoutMk cId="1225987182" sldId="2147483711"/>
          </pc:sldLayoutMkLst>
          <pc:spChg chg="del">
            <ac:chgData name="Paul Coiffet" userId="23c2272e-a16a-446a-a886-aa871b56c655" providerId="ADAL" clId="{D57816B5-9CCC-4AE5-A86D-1D42C96294BA}" dt="2025-11-25T15:54:47.284" v="135" actId="478"/>
            <ac:spMkLst>
              <pc:docMk/>
              <pc:sldMasterMk cId="692402809" sldId="2147483667"/>
              <pc:sldLayoutMk cId="1225987182" sldId="2147483711"/>
              <ac:spMk id="9" creationId="{DEADE68D-1B0C-135A-0867-DDEB76D69C2F}"/>
            </ac:spMkLst>
          </pc:spChg>
          <pc:spChg chg="mod">
            <ac:chgData name="Paul Coiffet" userId="23c2272e-a16a-446a-a886-aa871b56c655" providerId="ADAL" clId="{D57816B5-9CCC-4AE5-A86D-1D42C96294BA}" dt="2025-11-25T15:54:57.378" v="139" actId="1076"/>
            <ac:spMkLst>
              <pc:docMk/>
              <pc:sldMasterMk cId="692402809" sldId="2147483667"/>
              <pc:sldLayoutMk cId="1225987182" sldId="2147483711"/>
              <ac:spMk id="11" creationId="{47C9B101-D5BB-0B40-9FD3-8A0B1260A433}"/>
            </ac:spMkLst>
          </pc:spChg>
        </pc:sldLayoutChg>
        <pc:sldLayoutChg chg="addSp delSp modSp mod">
          <pc:chgData name="Paul Coiffet" userId="23c2272e-a16a-446a-a886-aa871b56c655" providerId="ADAL" clId="{D57816B5-9CCC-4AE5-A86D-1D42C96294BA}" dt="2025-11-25T15:58:22.674" v="148" actId="1076"/>
          <pc:sldLayoutMkLst>
            <pc:docMk/>
            <pc:sldMasterMk cId="692402809" sldId="2147483667"/>
            <pc:sldLayoutMk cId="2487092471" sldId="2147483712"/>
          </pc:sldLayoutMkLst>
          <pc:spChg chg="add del">
            <ac:chgData name="Paul Coiffet" userId="23c2272e-a16a-446a-a886-aa871b56c655" providerId="ADAL" clId="{D57816B5-9CCC-4AE5-A86D-1D42C96294BA}" dt="2025-11-25T15:55:18.617" v="141" actId="11529"/>
            <ac:spMkLst>
              <pc:docMk/>
              <pc:sldMasterMk cId="692402809" sldId="2147483667"/>
              <pc:sldLayoutMk cId="2487092471" sldId="2147483712"/>
              <ac:spMk id="3" creationId="{17E7F9EC-DC5B-593B-EAFA-327DEF1E895C}"/>
            </ac:spMkLst>
          </pc:spChg>
          <pc:spChg chg="add mod">
            <ac:chgData name="Paul Coiffet" userId="23c2272e-a16a-446a-a886-aa871b56c655" providerId="ADAL" clId="{D57816B5-9CCC-4AE5-A86D-1D42C96294BA}" dt="2025-11-25T15:58:22.674" v="148" actId="1076"/>
            <ac:spMkLst>
              <pc:docMk/>
              <pc:sldMasterMk cId="692402809" sldId="2147483667"/>
              <pc:sldLayoutMk cId="2487092471" sldId="2147483712"/>
              <ac:spMk id="4" creationId="{8D5B4FF3-5A5F-0A46-A330-DA147C130289}"/>
            </ac:spMkLst>
          </pc:spChg>
          <pc:spChg chg="del">
            <ac:chgData name="Paul Coiffet" userId="23c2272e-a16a-446a-a886-aa871b56c655" providerId="ADAL" clId="{D57816B5-9CCC-4AE5-A86D-1D42C96294BA}" dt="2025-11-25T15:55:06.961" v="140" actId="478"/>
            <ac:spMkLst>
              <pc:docMk/>
              <pc:sldMasterMk cId="692402809" sldId="2147483667"/>
              <pc:sldLayoutMk cId="2487092471" sldId="2147483712"/>
              <ac:spMk id="11" creationId="{47C9B101-D5BB-0B40-9FD3-8A0B1260A433}"/>
            </ac:spMkLst>
          </pc:spChg>
        </pc:sldLayoutChg>
        <pc:sldLayoutChg chg="addSp delSp modSp mod">
          <pc:chgData name="Paul Coiffet" userId="23c2272e-a16a-446a-a886-aa871b56c655" providerId="ADAL" clId="{D57816B5-9CCC-4AE5-A86D-1D42C96294BA}" dt="2025-11-25T16:00:50.171" v="151" actId="11529"/>
          <pc:sldLayoutMkLst>
            <pc:docMk/>
            <pc:sldMasterMk cId="692402809" sldId="2147483667"/>
            <pc:sldLayoutMk cId="3935435618" sldId="2147483713"/>
          </pc:sldLayoutMkLst>
          <pc:spChg chg="add del">
            <ac:chgData name="Paul Coiffet" userId="23c2272e-a16a-446a-a886-aa871b56c655" providerId="ADAL" clId="{D57816B5-9CCC-4AE5-A86D-1D42C96294BA}" dt="2025-11-25T16:00:50.171" v="151" actId="11529"/>
            <ac:spMkLst>
              <pc:docMk/>
              <pc:sldMasterMk cId="692402809" sldId="2147483667"/>
              <pc:sldLayoutMk cId="3935435618" sldId="2147483713"/>
              <ac:spMk id="3" creationId="{1BD28339-0B68-58CF-273F-CA0CE9EBF28F}"/>
            </ac:spMkLst>
          </pc:spChg>
          <pc:spChg chg="del">
            <ac:chgData name="Paul Coiffet" userId="23c2272e-a16a-446a-a886-aa871b56c655" providerId="ADAL" clId="{D57816B5-9CCC-4AE5-A86D-1D42C96294BA}" dt="2025-11-25T16:00:34.960" v="150" actId="478"/>
            <ac:spMkLst>
              <pc:docMk/>
              <pc:sldMasterMk cId="692402809" sldId="2147483667"/>
              <pc:sldLayoutMk cId="3935435618" sldId="2147483713"/>
              <ac:spMk id="4" creationId="{8D5B4FF3-5A5F-0A46-A330-DA147C130289}"/>
            </ac:spMkLst>
          </pc:spChg>
          <pc:spChg chg="add mod">
            <ac:chgData name="Paul Coiffet" userId="23c2272e-a16a-446a-a886-aa871b56c655" providerId="ADAL" clId="{D57816B5-9CCC-4AE5-A86D-1D42C96294BA}" dt="2025-11-25T16:00:50.171" v="151" actId="11529"/>
            <ac:spMkLst>
              <pc:docMk/>
              <pc:sldMasterMk cId="692402809" sldId="2147483667"/>
              <pc:sldLayoutMk cId="3935435618" sldId="2147483713"/>
              <ac:spMk id="5" creationId="{D8399533-C949-918E-1F70-B508C34C5D50}"/>
            </ac:spMkLst>
          </pc:spChg>
        </pc:sldLayoutChg>
        <pc:sldLayoutChg chg="addSp modSp mod">
          <pc:chgData name="Paul Coiffet" userId="23c2272e-a16a-446a-a886-aa871b56c655" providerId="ADAL" clId="{D57816B5-9CCC-4AE5-A86D-1D42C96294BA}" dt="2025-11-25T16:01:34.602" v="155" actId="1076"/>
          <pc:sldLayoutMkLst>
            <pc:docMk/>
            <pc:sldMasterMk cId="692402809" sldId="2147483667"/>
            <pc:sldLayoutMk cId="2458601555" sldId="2147483714"/>
          </pc:sldLayoutMkLst>
          <pc:spChg chg="add mod">
            <ac:chgData name="Paul Coiffet" userId="23c2272e-a16a-446a-a886-aa871b56c655" providerId="ADAL" clId="{D57816B5-9CCC-4AE5-A86D-1D42C96294BA}" dt="2025-11-25T16:01:34.602" v="155" actId="1076"/>
            <ac:spMkLst>
              <pc:docMk/>
              <pc:sldMasterMk cId="692402809" sldId="2147483667"/>
              <pc:sldLayoutMk cId="2458601555" sldId="2147483714"/>
              <ac:spMk id="3" creationId="{DC8E28B9-7AE5-059B-DD71-8521E42137C9}"/>
            </ac:spMkLst>
          </pc:spChg>
          <pc:spChg chg="mod">
            <ac:chgData name="Paul Coiffet" userId="23c2272e-a16a-446a-a886-aa871b56c655" providerId="ADAL" clId="{D57816B5-9CCC-4AE5-A86D-1D42C96294BA}" dt="2025-11-25T16:01:31.052" v="153" actId="1076"/>
            <ac:spMkLst>
              <pc:docMk/>
              <pc:sldMasterMk cId="692402809" sldId="2147483667"/>
              <pc:sldLayoutMk cId="2458601555" sldId="2147483714"/>
              <ac:spMk id="4" creationId="{6FA055DB-C438-F8A7-2534-206A50FDDB9C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B40116-33DC-42B0-8C33-172AE520A933}" type="datetimeFigureOut">
              <a:rPr lang="fr-FR" smtClean="0"/>
              <a:t>25/11/2025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B24D77-0FC5-484A-893E-0BC589E83AF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98854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A1BC2E-4F2A-4912-A6EF-020D0E2423B2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709605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334145-38D0-B886-4A53-3A43310AA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4AB6FB2B-1EBE-9C2B-CFE5-9BE36F5630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41EDB8C3-3CB0-54CA-687E-F813C4E99E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F27CA84-1804-F541-DF4B-3CB11C42FD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A1BC2E-4F2A-4912-A6EF-020D0E2423B2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392959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A034AF-0073-4B4C-07DF-FC3809A945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1925AA5D-4EFA-3D77-A84A-BA2FD152E6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D28C3271-F132-D2B3-2F0D-FA876A1492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7654395-6EF3-B4A8-47C8-0FC8B4A76F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A1BC2E-4F2A-4912-A6EF-020D0E2423B2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09956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01E15860-01BC-E6CD-9AE5-B7414DA00AB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2487"/>
            <a:ext cx="5615609" cy="6858000"/>
          </a:xfrm>
          <a:prstGeom prst="rect">
            <a:avLst/>
          </a:prstGeom>
        </p:spPr>
      </p:pic>
      <p:sp>
        <p:nvSpPr>
          <p:cNvPr id="16" name="Espace réservé du texte 15">
            <a:extLst>
              <a:ext uri="{FF2B5EF4-FFF2-40B4-BE49-F238E27FC236}">
                <a16:creationId xmlns:a16="http://schemas.microsoft.com/office/drawing/2014/main" id="{7627279F-5DD1-A94C-CB2E-F8F99E14577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4428786"/>
            <a:ext cx="4221163" cy="88423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  <a:latin typeface="DM Serif Display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 dirty="0"/>
              <a:t>Titre du document</a:t>
            </a:r>
          </a:p>
        </p:txBody>
      </p:sp>
      <p:sp>
        <p:nvSpPr>
          <p:cNvPr id="17" name="Espace réservé du texte 15">
            <a:extLst>
              <a:ext uri="{FF2B5EF4-FFF2-40B4-BE49-F238E27FC236}">
                <a16:creationId xmlns:a16="http://schemas.microsoft.com/office/drawing/2014/main" id="{1BE6FE90-C074-7921-CF51-013368CB568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200" y="3921158"/>
            <a:ext cx="4221163" cy="26902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>
                <a:solidFill>
                  <a:schemeClr val="bg1"/>
                </a:solidFill>
                <a:latin typeface="DM Serif Display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Date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36F53A9E-751D-652C-3026-4524AF58F7A6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5615609" y="198167"/>
            <a:ext cx="6289778" cy="64366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869608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D1D15C3-1325-1E60-70F4-72FD8736BC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437" y="668504"/>
            <a:ext cx="10515600" cy="688975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CEB683"/>
                </a:solidFill>
                <a:latin typeface="DM Serif Display" pitchFamily="2" charset="0"/>
              </a:defRPr>
            </a:lvl1pPr>
          </a:lstStyle>
          <a:p>
            <a:r>
              <a:rPr lang="fr-FR" dirty="0"/>
              <a:t>Ecrire ici le titre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1BDA5E5-4FE2-D876-ECB7-2670B13EE83C}"/>
              </a:ext>
            </a:extLst>
          </p:cNvPr>
          <p:cNvSpPr/>
          <p:nvPr userDrawn="1"/>
        </p:nvSpPr>
        <p:spPr>
          <a:xfrm>
            <a:off x="0" y="0"/>
            <a:ext cx="341154" cy="1524000"/>
          </a:xfrm>
          <a:prstGeom prst="rect">
            <a:avLst/>
          </a:prstGeom>
          <a:solidFill>
            <a:srgbClr val="CEB68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7" name="Image 6" descr="Une image contenant Police, texte, logo, symbole&#10;&#10;Description générée automatiquement">
            <a:extLst>
              <a:ext uri="{FF2B5EF4-FFF2-40B4-BE49-F238E27FC236}">
                <a16:creationId xmlns:a16="http://schemas.microsoft.com/office/drawing/2014/main" id="{DBFD3B41-F95B-7A1A-3A2F-1D67DCD1F68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1154" y="6170043"/>
            <a:ext cx="1391393" cy="613628"/>
          </a:xfrm>
          <a:prstGeom prst="rect">
            <a:avLst/>
          </a:prstGeom>
        </p:spPr>
      </p:pic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FA055DB-C438-F8A7-2534-206A50FDDB9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587500" y="2030922"/>
            <a:ext cx="8953500" cy="36322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916168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D1D15C3-1325-1E60-70F4-72FD8736BC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437" y="668504"/>
            <a:ext cx="10515600" cy="688975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CEB683"/>
                </a:solidFill>
                <a:latin typeface="DM Serif Display" pitchFamily="2" charset="0"/>
              </a:defRPr>
            </a:lvl1pPr>
          </a:lstStyle>
          <a:p>
            <a:r>
              <a:rPr lang="fr-FR" dirty="0"/>
              <a:t>Ecrire ici le titre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1BDA5E5-4FE2-D876-ECB7-2670B13EE83C}"/>
              </a:ext>
            </a:extLst>
          </p:cNvPr>
          <p:cNvSpPr/>
          <p:nvPr userDrawn="1"/>
        </p:nvSpPr>
        <p:spPr>
          <a:xfrm>
            <a:off x="0" y="0"/>
            <a:ext cx="341154" cy="1524000"/>
          </a:xfrm>
          <a:prstGeom prst="rect">
            <a:avLst/>
          </a:prstGeom>
          <a:solidFill>
            <a:srgbClr val="CEB68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7" name="Image 6" descr="Une image contenant Police, texte, logo, symbole&#10;&#10;Description générée automatiquement">
            <a:extLst>
              <a:ext uri="{FF2B5EF4-FFF2-40B4-BE49-F238E27FC236}">
                <a16:creationId xmlns:a16="http://schemas.microsoft.com/office/drawing/2014/main" id="{DBFD3B41-F95B-7A1A-3A2F-1D67DCD1F68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1154" y="6170043"/>
            <a:ext cx="1391393" cy="613628"/>
          </a:xfrm>
          <a:prstGeom prst="rect">
            <a:avLst/>
          </a:prstGeom>
        </p:spPr>
      </p:pic>
      <p:sp>
        <p:nvSpPr>
          <p:cNvPr id="9" name="Espace réservé du contenu 8">
            <a:extLst>
              <a:ext uri="{FF2B5EF4-FFF2-40B4-BE49-F238E27FC236}">
                <a16:creationId xmlns:a16="http://schemas.microsoft.com/office/drawing/2014/main" id="{DEADE68D-1B0C-135A-0867-DDEB76D69C2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104481" y="2202454"/>
            <a:ext cx="4149725" cy="3122613"/>
          </a:xfrm>
          <a:prstGeom prst="rect">
            <a:avLst/>
          </a:prstGeom>
        </p:spPr>
        <p:txBody>
          <a:bodyPr/>
          <a:lstStyle>
            <a:lvl5pPr>
              <a:defRPr/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</a:t>
            </a:r>
            <a:r>
              <a:rPr lang="fr-FR" dirty="0" err="1"/>
              <a:t>niveauin</a:t>
            </a:r>
            <a:endParaRPr lang="fr-FR" dirty="0"/>
          </a:p>
        </p:txBody>
      </p:sp>
      <p:sp>
        <p:nvSpPr>
          <p:cNvPr id="11" name="Espace réservé pour une image  10">
            <a:extLst>
              <a:ext uri="{FF2B5EF4-FFF2-40B4-BE49-F238E27FC236}">
                <a16:creationId xmlns:a16="http://schemas.microsoft.com/office/drawing/2014/main" id="{47C9B101-D5BB-0B40-9FD3-8A0B1260A43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88176" y="2202454"/>
            <a:ext cx="5064125" cy="3122613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512574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D1D15C3-1325-1E60-70F4-72FD8736BC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437" y="668504"/>
            <a:ext cx="10515600" cy="688975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CEB683"/>
                </a:solidFill>
                <a:latin typeface="DM Serif Display" pitchFamily="2" charset="0"/>
              </a:defRPr>
            </a:lvl1pPr>
          </a:lstStyle>
          <a:p>
            <a:r>
              <a:rPr lang="fr-FR" dirty="0"/>
              <a:t>Ecrire ici le titre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1BDA5E5-4FE2-D876-ECB7-2670B13EE83C}"/>
              </a:ext>
            </a:extLst>
          </p:cNvPr>
          <p:cNvSpPr/>
          <p:nvPr userDrawn="1"/>
        </p:nvSpPr>
        <p:spPr>
          <a:xfrm>
            <a:off x="0" y="0"/>
            <a:ext cx="341154" cy="1524000"/>
          </a:xfrm>
          <a:prstGeom prst="rect">
            <a:avLst/>
          </a:prstGeom>
          <a:solidFill>
            <a:srgbClr val="CEB68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7" name="Image 6" descr="Une image contenant Police, texte, logo, symbole&#10;&#10;Description générée automatiquement">
            <a:extLst>
              <a:ext uri="{FF2B5EF4-FFF2-40B4-BE49-F238E27FC236}">
                <a16:creationId xmlns:a16="http://schemas.microsoft.com/office/drawing/2014/main" id="{DBFD3B41-F95B-7A1A-3A2F-1D67DCD1F68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1154" y="6170043"/>
            <a:ext cx="1391393" cy="613628"/>
          </a:xfrm>
          <a:prstGeom prst="rect">
            <a:avLst/>
          </a:prstGeom>
        </p:spPr>
      </p:pic>
      <p:sp>
        <p:nvSpPr>
          <p:cNvPr id="9" name="Espace réservé du contenu 8">
            <a:extLst>
              <a:ext uri="{FF2B5EF4-FFF2-40B4-BE49-F238E27FC236}">
                <a16:creationId xmlns:a16="http://schemas.microsoft.com/office/drawing/2014/main" id="{DEADE68D-1B0C-135A-0867-DDEB76D69C2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728903" y="2202453"/>
            <a:ext cx="4149725" cy="3122613"/>
          </a:xfrm>
          <a:prstGeom prst="rect">
            <a:avLst/>
          </a:prstGeom>
        </p:spPr>
        <p:txBody>
          <a:bodyPr/>
          <a:lstStyle>
            <a:lvl5pPr>
              <a:defRPr/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</a:t>
            </a:r>
            <a:r>
              <a:rPr lang="fr-FR" dirty="0" err="1"/>
              <a:t>niveauin</a:t>
            </a:r>
            <a:endParaRPr lang="fr-FR" dirty="0"/>
          </a:p>
        </p:txBody>
      </p:sp>
      <p:sp>
        <p:nvSpPr>
          <p:cNvPr id="11" name="Espace réservé pour une image  10">
            <a:extLst>
              <a:ext uri="{FF2B5EF4-FFF2-40B4-BE49-F238E27FC236}">
                <a16:creationId xmlns:a16="http://schemas.microsoft.com/office/drawing/2014/main" id="{47C9B101-D5BB-0B40-9FD3-8A0B1260A43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41112" y="2202453"/>
            <a:ext cx="5064125" cy="3122613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383017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Fu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D1D15C3-1325-1E60-70F4-72FD8736BC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437" y="668504"/>
            <a:ext cx="10515600" cy="688975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CEB683"/>
                </a:solidFill>
                <a:latin typeface="DM Serif Display" pitchFamily="2" charset="0"/>
              </a:defRPr>
            </a:lvl1pPr>
          </a:lstStyle>
          <a:p>
            <a:r>
              <a:rPr lang="fr-FR" dirty="0"/>
              <a:t>Ecrire ici le titre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1BDA5E5-4FE2-D876-ECB7-2670B13EE83C}"/>
              </a:ext>
            </a:extLst>
          </p:cNvPr>
          <p:cNvSpPr/>
          <p:nvPr userDrawn="1"/>
        </p:nvSpPr>
        <p:spPr>
          <a:xfrm>
            <a:off x="0" y="0"/>
            <a:ext cx="341154" cy="1524000"/>
          </a:xfrm>
          <a:prstGeom prst="rect">
            <a:avLst/>
          </a:prstGeom>
          <a:solidFill>
            <a:srgbClr val="CEB68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7" name="Image 6" descr="Une image contenant Police, texte, logo, symbole&#10;&#10;Description générée automatiquement">
            <a:extLst>
              <a:ext uri="{FF2B5EF4-FFF2-40B4-BE49-F238E27FC236}">
                <a16:creationId xmlns:a16="http://schemas.microsoft.com/office/drawing/2014/main" id="{DBFD3B41-F95B-7A1A-3A2F-1D67DCD1F68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1154" y="6170043"/>
            <a:ext cx="1391393" cy="613628"/>
          </a:xfrm>
          <a:prstGeom prst="rect">
            <a:avLst/>
          </a:prstGeom>
        </p:spPr>
      </p:pic>
      <p:sp>
        <p:nvSpPr>
          <p:cNvPr id="11" name="Espace réservé pour une image  10">
            <a:extLst>
              <a:ext uri="{FF2B5EF4-FFF2-40B4-BE49-F238E27FC236}">
                <a16:creationId xmlns:a16="http://schemas.microsoft.com/office/drawing/2014/main" id="{47C9B101-D5BB-0B40-9FD3-8A0B1260A43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12712" y="1768336"/>
            <a:ext cx="8264865" cy="4227022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259871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D1D15C3-1325-1E60-70F4-72FD8736BC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437" y="668504"/>
            <a:ext cx="10515600" cy="688975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CEB683"/>
                </a:solidFill>
                <a:latin typeface="DM Serif Display" pitchFamily="2" charset="0"/>
              </a:defRPr>
            </a:lvl1pPr>
          </a:lstStyle>
          <a:p>
            <a:r>
              <a:rPr lang="fr-FR" dirty="0"/>
              <a:t>Ecrire ici le titre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1BDA5E5-4FE2-D876-ECB7-2670B13EE83C}"/>
              </a:ext>
            </a:extLst>
          </p:cNvPr>
          <p:cNvSpPr/>
          <p:nvPr userDrawn="1"/>
        </p:nvSpPr>
        <p:spPr>
          <a:xfrm>
            <a:off x="0" y="0"/>
            <a:ext cx="341154" cy="1524000"/>
          </a:xfrm>
          <a:prstGeom prst="rect">
            <a:avLst/>
          </a:prstGeom>
          <a:solidFill>
            <a:srgbClr val="CEB68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7" name="Image 6" descr="Une image contenant Police, texte, logo, symbole&#10;&#10;Description générée automatiquement">
            <a:extLst>
              <a:ext uri="{FF2B5EF4-FFF2-40B4-BE49-F238E27FC236}">
                <a16:creationId xmlns:a16="http://schemas.microsoft.com/office/drawing/2014/main" id="{DBFD3B41-F95B-7A1A-3A2F-1D67DCD1F68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1154" y="6170043"/>
            <a:ext cx="1391393" cy="613628"/>
          </a:xfrm>
          <a:prstGeom prst="rect">
            <a:avLst/>
          </a:prstGeom>
        </p:spPr>
      </p:pic>
      <p:sp>
        <p:nvSpPr>
          <p:cNvPr id="4" name="Espace réservé du tableau 3">
            <a:extLst>
              <a:ext uri="{FF2B5EF4-FFF2-40B4-BE49-F238E27FC236}">
                <a16:creationId xmlns:a16="http://schemas.microsoft.com/office/drawing/2014/main" id="{8D5B4FF3-5A5F-0A46-A330-DA147C130289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2294567" y="1630932"/>
            <a:ext cx="7470775" cy="4002088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870924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D1D15C3-1325-1E60-70F4-72FD8736BC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437" y="668504"/>
            <a:ext cx="10515600" cy="688975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CEB683"/>
                </a:solidFill>
                <a:latin typeface="DM Serif Display" pitchFamily="2" charset="0"/>
              </a:defRPr>
            </a:lvl1pPr>
          </a:lstStyle>
          <a:p>
            <a:r>
              <a:rPr lang="fr-FR" dirty="0"/>
              <a:t>Ecrire ici le titre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1BDA5E5-4FE2-D876-ECB7-2670B13EE83C}"/>
              </a:ext>
            </a:extLst>
          </p:cNvPr>
          <p:cNvSpPr/>
          <p:nvPr userDrawn="1"/>
        </p:nvSpPr>
        <p:spPr>
          <a:xfrm>
            <a:off x="0" y="0"/>
            <a:ext cx="341154" cy="1524000"/>
          </a:xfrm>
          <a:prstGeom prst="rect">
            <a:avLst/>
          </a:prstGeom>
          <a:solidFill>
            <a:srgbClr val="CEB68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7" name="Image 6" descr="Une image contenant Police, texte, logo, symbole&#10;&#10;Description générée automatiquement">
            <a:extLst>
              <a:ext uri="{FF2B5EF4-FFF2-40B4-BE49-F238E27FC236}">
                <a16:creationId xmlns:a16="http://schemas.microsoft.com/office/drawing/2014/main" id="{DBFD3B41-F95B-7A1A-3A2F-1D67DCD1F68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1154" y="6170043"/>
            <a:ext cx="1391393" cy="613628"/>
          </a:xfrm>
          <a:prstGeom prst="rect">
            <a:avLst/>
          </a:prstGeom>
        </p:spPr>
      </p:pic>
      <p:sp>
        <p:nvSpPr>
          <p:cNvPr id="5" name="Espace réservé du graphique 4">
            <a:extLst>
              <a:ext uri="{FF2B5EF4-FFF2-40B4-BE49-F238E27FC236}">
                <a16:creationId xmlns:a16="http://schemas.microsoft.com/office/drawing/2014/main" id="{D8399533-C949-918E-1F70-B508C34C5D50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2165350" y="1820863"/>
            <a:ext cx="8083550" cy="3811587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354356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D1D15C3-1325-1E60-70F4-72FD8736BC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437" y="668504"/>
            <a:ext cx="10515600" cy="688975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CEB683"/>
                </a:solidFill>
                <a:latin typeface="DM Serif Display" pitchFamily="2" charset="0"/>
              </a:defRPr>
            </a:lvl1pPr>
          </a:lstStyle>
          <a:p>
            <a:r>
              <a:rPr lang="fr-FR" dirty="0"/>
              <a:t>Ecrire ici le titre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1BDA5E5-4FE2-D876-ECB7-2670B13EE83C}"/>
              </a:ext>
            </a:extLst>
          </p:cNvPr>
          <p:cNvSpPr/>
          <p:nvPr userDrawn="1"/>
        </p:nvSpPr>
        <p:spPr>
          <a:xfrm>
            <a:off x="0" y="0"/>
            <a:ext cx="341154" cy="1524000"/>
          </a:xfrm>
          <a:prstGeom prst="rect">
            <a:avLst/>
          </a:prstGeom>
          <a:solidFill>
            <a:srgbClr val="CEB68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7" name="Image 6" descr="Une image contenant Police, texte, logo, symbole&#10;&#10;Description générée automatiquement">
            <a:extLst>
              <a:ext uri="{FF2B5EF4-FFF2-40B4-BE49-F238E27FC236}">
                <a16:creationId xmlns:a16="http://schemas.microsoft.com/office/drawing/2014/main" id="{DBFD3B41-F95B-7A1A-3A2F-1D67DCD1F68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1154" y="6170043"/>
            <a:ext cx="1391393" cy="613628"/>
          </a:xfrm>
          <a:prstGeom prst="rect">
            <a:avLst/>
          </a:prstGeom>
        </p:spPr>
      </p:pic>
      <p:sp>
        <p:nvSpPr>
          <p:cNvPr id="5" name="Espace réservé du graphique 4">
            <a:extLst>
              <a:ext uri="{FF2B5EF4-FFF2-40B4-BE49-F238E27FC236}">
                <a16:creationId xmlns:a16="http://schemas.microsoft.com/office/drawing/2014/main" id="{2376881D-A485-3C80-6C06-12F2B45ECC24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846137" y="2293937"/>
            <a:ext cx="5813425" cy="333057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1123BDE1-AC75-D7D5-99C4-A5046BC55A1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297499" y="2293937"/>
            <a:ext cx="4167187" cy="3330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8765013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D1D15C3-1325-1E60-70F4-72FD8736BC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437" y="668504"/>
            <a:ext cx="10515600" cy="688975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CEB683"/>
                </a:solidFill>
                <a:latin typeface="DM Serif Display" pitchFamily="2" charset="0"/>
              </a:defRPr>
            </a:lvl1pPr>
          </a:lstStyle>
          <a:p>
            <a:r>
              <a:rPr lang="fr-FR" dirty="0"/>
              <a:t>Ecrire ici le titre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1BDA5E5-4FE2-D876-ECB7-2670B13EE83C}"/>
              </a:ext>
            </a:extLst>
          </p:cNvPr>
          <p:cNvSpPr/>
          <p:nvPr userDrawn="1"/>
        </p:nvSpPr>
        <p:spPr>
          <a:xfrm>
            <a:off x="0" y="0"/>
            <a:ext cx="341154" cy="1524000"/>
          </a:xfrm>
          <a:prstGeom prst="rect">
            <a:avLst/>
          </a:prstGeom>
          <a:solidFill>
            <a:srgbClr val="CEB68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7" name="Image 6" descr="Une image contenant Police, texte, logo, symbole&#10;&#10;Description générée automatiquement">
            <a:extLst>
              <a:ext uri="{FF2B5EF4-FFF2-40B4-BE49-F238E27FC236}">
                <a16:creationId xmlns:a16="http://schemas.microsoft.com/office/drawing/2014/main" id="{DBFD3B41-F95B-7A1A-3A2F-1D67DCD1F68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1154" y="6170043"/>
            <a:ext cx="1391393" cy="613628"/>
          </a:xfrm>
          <a:prstGeom prst="rect">
            <a:avLst/>
          </a:prstGeom>
        </p:spPr>
      </p:pic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FA055DB-C438-F8A7-2534-206A50FDDB9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173432" y="2030922"/>
            <a:ext cx="4508500" cy="350723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3" name="Espace réservé du contenu 3">
            <a:extLst>
              <a:ext uri="{FF2B5EF4-FFF2-40B4-BE49-F238E27FC236}">
                <a16:creationId xmlns:a16="http://schemas.microsoft.com/office/drawing/2014/main" id="{DC8E28B9-7AE5-059B-DD71-8521E42137C9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510068" y="2010143"/>
            <a:ext cx="4508500" cy="350723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4586015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01E15860-01BC-E6CD-9AE5-B7414DA00A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5614417" cy="6858000"/>
          </a:xfrm>
          <a:prstGeom prst="rect">
            <a:avLst/>
          </a:prstGeom>
        </p:spPr>
      </p:pic>
      <p:sp>
        <p:nvSpPr>
          <p:cNvPr id="16" name="Espace réservé du texte 15">
            <a:extLst>
              <a:ext uri="{FF2B5EF4-FFF2-40B4-BE49-F238E27FC236}">
                <a16:creationId xmlns:a16="http://schemas.microsoft.com/office/drawing/2014/main" id="{7627279F-5DD1-A94C-CB2E-F8F99E14577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4402907"/>
            <a:ext cx="4221163" cy="88423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  <a:latin typeface="DM Serif Display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 Workshop Teams Engagement &amp; D&amp;I</a:t>
            </a:r>
          </a:p>
        </p:txBody>
      </p:sp>
      <p:sp>
        <p:nvSpPr>
          <p:cNvPr id="17" name="Espace réservé du texte 15">
            <a:extLst>
              <a:ext uri="{FF2B5EF4-FFF2-40B4-BE49-F238E27FC236}">
                <a16:creationId xmlns:a16="http://schemas.microsoft.com/office/drawing/2014/main" id="{1BE6FE90-C074-7921-CF51-013368CB568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200" y="3921158"/>
            <a:ext cx="4221163" cy="26902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>
                <a:solidFill>
                  <a:schemeClr val="bg1"/>
                </a:solidFill>
                <a:latin typeface="DM Serif Display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June 12, 2025</a:t>
            </a:r>
          </a:p>
        </p:txBody>
      </p:sp>
      <p:pic>
        <p:nvPicPr>
          <p:cNvPr id="9" name="Picture 2" descr="Voiture jaune circulant dans la rue entre l’immeuble pendant la journée">
            <a:extLst>
              <a:ext uri="{FF2B5EF4-FFF2-40B4-BE49-F238E27FC236}">
                <a16:creationId xmlns:a16="http://schemas.microsoft.com/office/drawing/2014/main" id="{39AB0EB6-32EA-4088-38BE-311B37CF74CB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66" r="2141" b="25187"/>
          <a:stretch/>
        </p:blipFill>
        <p:spPr bwMode="auto">
          <a:xfrm>
            <a:off x="5615609" y="210654"/>
            <a:ext cx="6289778" cy="64366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156499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285AC53-D00A-66BE-DC6C-14860288B3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18A129-25FA-417E-A6BE-4CB77BA476ED}" type="datetime1">
              <a:rPr lang="fr-FR" smtClean="0"/>
              <a:t>25/11/2025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2E79086-FA6E-76E1-F1F9-7136EB42AA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fr-FR"/>
              <a:t>Strictement confidentiel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5CDBA8A-7257-3A22-39F0-6E092F04FB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7301A3-C8C6-493A-A3F6-1BE12DABB92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92402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709" r:id="rId2"/>
    <p:sldLayoutId id="2147483673" r:id="rId3"/>
    <p:sldLayoutId id="2147483710" r:id="rId4"/>
    <p:sldLayoutId id="2147483711" r:id="rId5"/>
    <p:sldLayoutId id="2147483712" r:id="rId6"/>
    <p:sldLayoutId id="2147483713" r:id="rId7"/>
    <p:sldLayoutId id="2147483708" r:id="rId8"/>
    <p:sldLayoutId id="2147483714" r:id="rId9"/>
    <p:sldLayoutId id="2147483707" r:id="rId10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E30DD3-AFD3-2F83-A0BE-A97C0900F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A82C9B78-AF69-7149-9D91-51C27FA10B98}"/>
              </a:ext>
            </a:extLst>
          </p:cNvPr>
          <p:cNvSpPr txBox="1"/>
          <p:nvPr/>
        </p:nvSpPr>
        <p:spPr>
          <a:xfrm>
            <a:off x="1715269" y="4050066"/>
            <a:ext cx="10479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Titre</a:t>
            </a:r>
            <a:endParaRPr kumimoji="0" lang="fr-FR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432046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2AC7E-256C-E106-E76A-50D51DB97E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 10" descr="Une image contenant texte, Police, logo, Graphique&#10;&#10;Description générée automatiquement">
            <a:extLst>
              <a:ext uri="{FF2B5EF4-FFF2-40B4-BE49-F238E27FC236}">
                <a16:creationId xmlns:a16="http://schemas.microsoft.com/office/drawing/2014/main" id="{E593FD77-B5FF-E32E-2B91-9AD39AB293F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8050" y="191339"/>
            <a:ext cx="2975847" cy="1312104"/>
          </a:xfrm>
          <a:prstGeom prst="rect">
            <a:avLst/>
          </a:prstGeom>
        </p:spPr>
      </p:pic>
      <p:sp>
        <p:nvSpPr>
          <p:cNvPr id="12" name="Google Shape;302;p17">
            <a:extLst>
              <a:ext uri="{FF2B5EF4-FFF2-40B4-BE49-F238E27FC236}">
                <a16:creationId xmlns:a16="http://schemas.microsoft.com/office/drawing/2014/main" id="{67882B15-C169-15DA-55C3-3192244D293F}"/>
              </a:ext>
            </a:extLst>
          </p:cNvPr>
          <p:cNvSpPr txBox="1"/>
          <p:nvPr/>
        </p:nvSpPr>
        <p:spPr>
          <a:xfrm>
            <a:off x="4119417" y="545460"/>
            <a:ext cx="7444510" cy="4154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22850" rIns="45713" bIns="22850" anchor="t" anchorCtr="0">
            <a:spAutoFit/>
          </a:bodyPr>
          <a:lstStyle/>
          <a:p>
            <a:pPr>
              <a:buClr>
                <a:srgbClr val="000000"/>
              </a:buClr>
              <a:buSzPts val="6000"/>
            </a:pPr>
            <a:r>
              <a:rPr lang="de-DE" sz="2400" dirty="0" err="1">
                <a:solidFill>
                  <a:srgbClr val="1E3531"/>
                </a:solidFill>
                <a:latin typeface="DM Serif Display" pitchFamily="2" charset="0"/>
                <a:sym typeface="Century Gothic"/>
              </a:rPr>
              <a:t>Titre</a:t>
            </a:r>
            <a:endParaRPr lang="de-DE" sz="2400" dirty="0">
              <a:solidFill>
                <a:srgbClr val="1E3531"/>
              </a:solidFill>
              <a:latin typeface="DM Serif Display" pitchFamily="2" charset="0"/>
              <a:sym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15534540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731EAF-B797-1898-EFD7-2111C26B0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 10" descr="Une image contenant texte, Police, logo, Graphique&#10;&#10;Description générée automatiquement">
            <a:extLst>
              <a:ext uri="{FF2B5EF4-FFF2-40B4-BE49-F238E27FC236}">
                <a16:creationId xmlns:a16="http://schemas.microsoft.com/office/drawing/2014/main" id="{E8272F8D-F53C-BB87-7FB7-A64B5B9BDBA8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8050" y="191339"/>
            <a:ext cx="2975847" cy="1312104"/>
          </a:xfrm>
          <a:prstGeom prst="rect">
            <a:avLst/>
          </a:prstGeom>
        </p:spPr>
      </p:pic>
      <p:sp>
        <p:nvSpPr>
          <p:cNvPr id="12" name="Google Shape;302;p17">
            <a:extLst>
              <a:ext uri="{FF2B5EF4-FFF2-40B4-BE49-F238E27FC236}">
                <a16:creationId xmlns:a16="http://schemas.microsoft.com/office/drawing/2014/main" id="{75522953-323B-96E2-6516-AB980EC1D7EE}"/>
              </a:ext>
            </a:extLst>
          </p:cNvPr>
          <p:cNvSpPr txBox="1"/>
          <p:nvPr/>
        </p:nvSpPr>
        <p:spPr>
          <a:xfrm>
            <a:off x="3707937" y="545460"/>
            <a:ext cx="7444510" cy="4154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22850" rIns="45713" bIns="22850" anchor="t" anchorCtr="0">
            <a:spAutoFit/>
          </a:bodyPr>
          <a:lstStyle/>
          <a:p>
            <a:pPr>
              <a:buClr>
                <a:srgbClr val="000000"/>
              </a:buClr>
              <a:buSzPts val="6000"/>
            </a:pPr>
            <a:r>
              <a:rPr lang="de-DE" sz="2400" dirty="0" err="1">
                <a:solidFill>
                  <a:srgbClr val="1E3531"/>
                </a:solidFill>
                <a:latin typeface="DM Serif Display" pitchFamily="2" charset="0"/>
                <a:sym typeface="Century Gothic"/>
              </a:rPr>
              <a:t>Titre</a:t>
            </a:r>
            <a:endParaRPr lang="de-DE" sz="2400" dirty="0">
              <a:solidFill>
                <a:srgbClr val="1E3531"/>
              </a:solidFill>
              <a:latin typeface="DM Serif Display" pitchFamily="2" charset="0"/>
              <a:sym typeface="Century Gothic"/>
            </a:endParaRPr>
          </a:p>
        </p:txBody>
      </p:sp>
      <p:pic>
        <p:nvPicPr>
          <p:cNvPr id="4" name="Image 3" descr="Une image contenant cercle, symbole, Graphiqu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8F82D6C9-2522-61FE-9323-7B2E4D0A69E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6586" y="1704611"/>
            <a:ext cx="4229674" cy="4229674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42C15892-B17A-1F64-8257-A19C9929721C}"/>
              </a:ext>
            </a:extLst>
          </p:cNvPr>
          <p:cNvSpPr txBox="1"/>
          <p:nvPr/>
        </p:nvSpPr>
        <p:spPr>
          <a:xfrm>
            <a:off x="978408" y="1783080"/>
            <a:ext cx="49103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Test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52898332"/>
      </p:ext>
    </p:extLst>
  </p:cSld>
  <p:clrMapOvr>
    <a:masterClrMapping/>
  </p:clrMapOvr>
</p:sld>
</file>

<file path=ppt/theme/theme1.xml><?xml version="1.0" encoding="utf-8"?>
<a:theme xmlns:a="http://schemas.openxmlformats.org/drawingml/2006/main" name="1_Conception personnalisé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854C83D1B67D04B90924F6F5AAA4029" ma:contentTypeVersion="17" ma:contentTypeDescription="Create a new document." ma:contentTypeScope="" ma:versionID="dc6501ec0866a23c98d2a580821f8ae9">
  <xsd:schema xmlns:xsd="http://www.w3.org/2001/XMLSchema" xmlns:xs="http://www.w3.org/2001/XMLSchema" xmlns:p="http://schemas.microsoft.com/office/2006/metadata/properties" xmlns:ns1="http://schemas.microsoft.com/sharepoint/v3" xmlns:ns2="47cfd2e1-ca95-4d6e-a4ee-b9d89d36f3ee" xmlns:ns3="57dec160-6902-4d51-8b16-3315f77bd77a" targetNamespace="http://schemas.microsoft.com/office/2006/metadata/properties" ma:root="true" ma:fieldsID="9590fb0c37845db89cf91f212f3fd882" ns1:_="" ns2:_="" ns3:_="">
    <xsd:import namespace="http://schemas.microsoft.com/sharepoint/v3"/>
    <xsd:import namespace="47cfd2e1-ca95-4d6e-a4ee-b9d89d36f3ee"/>
    <xsd:import namespace="57dec160-6902-4d51-8b16-3315f77bd77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  <xsd:element ref="ns2:ArchiverLinkFileType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3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4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7cfd2e1-ca95-4d6e-a4ee-b9d89d36f3e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be52520a-b438-4860-92a0-bb4469a2713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ArchiverLinkFileType" ma:index="22" nillable="true" ma:displayName="ArchiverLinkFileType" ma:hidden="true" ma:internalName="ArchiverLinkFileTyp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7dec160-6902-4d51-8b16-3315f77bd77a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270dd00e-4215-4062-8169-a1c440238f02}" ma:internalName="TaxCatchAll" ma:showField="CatchAllData" ma:web="57dec160-6902-4d51-8b16-3315f77bd77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7cfd2e1-ca95-4d6e-a4ee-b9d89d36f3ee">
      <Terms xmlns="http://schemas.microsoft.com/office/infopath/2007/PartnerControls"/>
    </lcf76f155ced4ddcb4097134ff3c332f>
    <TaxCatchAll xmlns="57dec160-6902-4d51-8b16-3315f77bd77a" xsi:nil="true"/>
    <ArchiverLinkFileType xmlns="47cfd2e1-ca95-4d6e-a4ee-b9d89d36f3ee" xsi:nil="true"/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F7DD1F7-7B14-480D-81A5-64390628A8D2}">
  <ds:schemaRefs>
    <ds:schemaRef ds:uri="47cfd2e1-ca95-4d6e-a4ee-b9d89d36f3ee"/>
    <ds:schemaRef ds:uri="57dec160-6902-4d51-8b16-3315f77bd77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B2A94B35-E893-46CE-8809-224CEF7CF195}">
  <ds:schemaRefs>
    <ds:schemaRef ds:uri="http://schemas.microsoft.com/office/2006/documentManagement/types"/>
    <ds:schemaRef ds:uri="http://purl.org/dc/elements/1.1/"/>
    <ds:schemaRef ds:uri="http://www.w3.org/XML/1998/namespace"/>
    <ds:schemaRef ds:uri="47cfd2e1-ca95-4d6e-a4ee-b9d89d36f3ee"/>
    <ds:schemaRef ds:uri="http://purl.org/dc/terms/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57dec160-6902-4d51-8b16-3315f77bd77a"/>
    <ds:schemaRef ds:uri="http://schemas.microsoft.com/sharepoint/v3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268AB1AF-DE24-4F3B-A4E2-8967CD279B4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1063</TotalTime>
  <Words>7</Words>
  <Application>Microsoft Office PowerPoint</Application>
  <PresentationFormat>Grand écran</PresentationFormat>
  <Paragraphs>7</Paragraphs>
  <Slides>3</Slides>
  <Notes>3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9" baseType="lpstr">
      <vt:lpstr>Aptos</vt:lpstr>
      <vt:lpstr>Arial</vt:lpstr>
      <vt:lpstr>Calibri</vt:lpstr>
      <vt:lpstr>DM Serif Display</vt:lpstr>
      <vt:lpstr>Garamond</vt:lpstr>
      <vt:lpstr>1_Conception personnalisée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Celia Zerkhefaoui</dc:creator>
  <cp:lastModifiedBy>Paul Coiffet</cp:lastModifiedBy>
  <cp:revision>8</cp:revision>
  <cp:lastPrinted>2025-09-22T06:23:29Z</cp:lastPrinted>
  <dcterms:created xsi:type="dcterms:W3CDTF">2022-09-30T08:19:39Z</dcterms:created>
  <dcterms:modified xsi:type="dcterms:W3CDTF">2025-11-25T16:02:47Z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0x010100C854C83D1B67D04B90924F6F5AAA4029</vt:lpwstr>
  </property>
  <property fmtid="{D5CDD505-2E9C-101B-9397-08002B2CF9AE}" pid="3" name="MediaServiceImageTags">
    <vt:lpwstr/>
  </property>
</Properties>
</file>